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64" r:id="rId5"/>
    <p:sldId id="281" r:id="rId6"/>
    <p:sldId id="272" r:id="rId7"/>
    <p:sldId id="273" r:id="rId8"/>
    <p:sldId id="282" r:id="rId9"/>
    <p:sldId id="275" r:id="rId10"/>
    <p:sldId id="274" r:id="rId11"/>
    <p:sldId id="280" r:id="rId12"/>
    <p:sldId id="276" r:id="rId13"/>
    <p:sldId id="277" r:id="rId14"/>
    <p:sldId id="278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1E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17976D-8505-430D-8365-BD5FE31FFD44}" v="1" dt="2025-08-07T07:32:18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2" autoAdjust="0"/>
    <p:restoredTop sz="94660"/>
  </p:normalViewPr>
  <p:slideViewPr>
    <p:cSldViewPr snapToGrid="0">
      <p:cViewPr varScale="1">
        <p:scale>
          <a:sx n="97" d="100"/>
          <a:sy n="97" d="100"/>
        </p:scale>
        <p:origin x="94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Sibson" userId="d232cc3ad72a16ec" providerId="LiveId" clId="{D23143D2-F6C6-4774-A3D2-7A90554A579C}"/>
    <pc:docChg chg="undo custSel addSld delSld modSld sldOrd modMainMaster">
      <pc:chgData name="Mark Sibson" userId="d232cc3ad72a16ec" providerId="LiveId" clId="{D23143D2-F6C6-4774-A3D2-7A90554A579C}" dt="2025-07-25T16:56:25.113" v="604" actId="20578"/>
      <pc:docMkLst>
        <pc:docMk/>
      </pc:docMkLst>
      <pc:sldChg chg="delSp modSp add del mod modClrScheme chgLayout">
        <pc:chgData name="Mark Sibson" userId="d232cc3ad72a16ec" providerId="LiveId" clId="{D23143D2-F6C6-4774-A3D2-7A90554A579C}" dt="2025-07-25T16:43:59.670" v="501" actId="47"/>
        <pc:sldMkLst>
          <pc:docMk/>
          <pc:sldMk cId="0" sldId="256"/>
        </pc:sldMkLst>
      </pc:sldChg>
      <pc:sldChg chg="addSp delSp modSp add del mod modClrScheme chgLayout">
        <pc:chgData name="Mark Sibson" userId="d232cc3ad72a16ec" providerId="LiveId" clId="{D23143D2-F6C6-4774-A3D2-7A90554A579C}" dt="2025-07-25T16:44:23.076" v="504" actId="47"/>
        <pc:sldMkLst>
          <pc:docMk/>
          <pc:sldMk cId="0" sldId="257"/>
        </pc:sldMkLst>
      </pc:sldChg>
      <pc:sldChg chg="modSp del mod">
        <pc:chgData name="Mark Sibson" userId="d232cc3ad72a16ec" providerId="LiveId" clId="{D23143D2-F6C6-4774-A3D2-7A90554A579C}" dt="2025-07-25T16:51:58.361" v="541" actId="47"/>
        <pc:sldMkLst>
          <pc:docMk/>
          <pc:sldMk cId="3025014116" sldId="258"/>
        </pc:sldMkLst>
      </pc:sldChg>
      <pc:sldChg chg="addSp delSp modSp del mod">
        <pc:chgData name="Mark Sibson" userId="d232cc3ad72a16ec" providerId="LiveId" clId="{D23143D2-F6C6-4774-A3D2-7A90554A579C}" dt="2025-07-25T16:52:01.037" v="543" actId="47"/>
        <pc:sldMkLst>
          <pc:docMk/>
          <pc:sldMk cId="2049655835" sldId="259"/>
        </pc:sldMkLst>
      </pc:sldChg>
      <pc:sldChg chg="del">
        <pc:chgData name="Mark Sibson" userId="d232cc3ad72a16ec" providerId="LiveId" clId="{D23143D2-F6C6-4774-A3D2-7A90554A579C}" dt="2025-07-25T16:52:02.274" v="544" actId="47"/>
        <pc:sldMkLst>
          <pc:docMk/>
          <pc:sldMk cId="1084506788" sldId="260"/>
        </pc:sldMkLst>
      </pc:sldChg>
      <pc:sldChg chg="del">
        <pc:chgData name="Mark Sibson" userId="d232cc3ad72a16ec" providerId="LiveId" clId="{D23143D2-F6C6-4774-A3D2-7A90554A579C}" dt="2025-07-25T16:52:03.503" v="545" actId="47"/>
        <pc:sldMkLst>
          <pc:docMk/>
          <pc:sldMk cId="1193279699" sldId="261"/>
        </pc:sldMkLst>
      </pc:sldChg>
      <pc:sldChg chg="del">
        <pc:chgData name="Mark Sibson" userId="d232cc3ad72a16ec" providerId="LiveId" clId="{D23143D2-F6C6-4774-A3D2-7A90554A579C}" dt="2025-07-25T16:52:04.587" v="546" actId="47"/>
        <pc:sldMkLst>
          <pc:docMk/>
          <pc:sldMk cId="2356619047" sldId="262"/>
        </pc:sldMkLst>
      </pc:sldChg>
      <pc:sldChg chg="del">
        <pc:chgData name="Mark Sibson" userId="d232cc3ad72a16ec" providerId="LiveId" clId="{D23143D2-F6C6-4774-A3D2-7A90554A579C}" dt="2025-07-25T16:52:05.530" v="547" actId="47"/>
        <pc:sldMkLst>
          <pc:docMk/>
          <pc:sldMk cId="3776851769" sldId="263"/>
        </pc:sldMkLst>
      </pc:sldChg>
      <pc:sldChg chg="delSp modSp mod">
        <pc:chgData name="Mark Sibson" userId="d232cc3ad72a16ec" providerId="LiveId" clId="{D23143D2-F6C6-4774-A3D2-7A90554A579C}" dt="2025-07-25T16:20:58.826" v="482" actId="1076"/>
        <pc:sldMkLst>
          <pc:docMk/>
          <pc:sldMk cId="417343048" sldId="264"/>
        </pc:sldMkLst>
        <pc:spChg chg="mod">
          <ac:chgData name="Mark Sibson" userId="d232cc3ad72a16ec" providerId="LiveId" clId="{D23143D2-F6C6-4774-A3D2-7A90554A579C}" dt="2025-07-25T16:20:58.826" v="482" actId="1076"/>
          <ac:spMkLst>
            <pc:docMk/>
            <pc:sldMk cId="417343048" sldId="264"/>
            <ac:spMk id="3" creationId="{AADB67E9-FB72-4008-96A8-C31682E62373}"/>
          </ac:spMkLst>
        </pc:spChg>
      </pc:sldChg>
      <pc:sldChg chg="new del">
        <pc:chgData name="Mark Sibson" userId="d232cc3ad72a16ec" providerId="LiveId" clId="{D23143D2-F6C6-4774-A3D2-7A90554A579C}" dt="2025-07-25T16:51:59.341" v="542" actId="47"/>
        <pc:sldMkLst>
          <pc:docMk/>
          <pc:sldMk cId="3187640327" sldId="265"/>
        </pc:sldMkLst>
      </pc:sldChg>
      <pc:sldChg chg="modSp add del mod modClrScheme chgLayout">
        <pc:chgData name="Mark Sibson" userId="d232cc3ad72a16ec" providerId="LiveId" clId="{D23143D2-F6C6-4774-A3D2-7A90554A579C}" dt="2025-07-25T16:47:45.357" v="511" actId="47"/>
        <pc:sldMkLst>
          <pc:docMk/>
          <pc:sldMk cId="0" sldId="266"/>
        </pc:sldMkLst>
      </pc:sldChg>
      <pc:sldChg chg="modSp add del mod modClrScheme chgLayout">
        <pc:chgData name="Mark Sibson" userId="d232cc3ad72a16ec" providerId="LiveId" clId="{D23143D2-F6C6-4774-A3D2-7A90554A579C}" dt="2025-07-25T16:45:21.275" v="509" actId="47"/>
        <pc:sldMkLst>
          <pc:docMk/>
          <pc:sldMk cId="0" sldId="267"/>
        </pc:sldMkLst>
      </pc:sldChg>
      <pc:sldChg chg="modSp add del mod modClrScheme chgLayout">
        <pc:chgData name="Mark Sibson" userId="d232cc3ad72a16ec" providerId="LiveId" clId="{D23143D2-F6C6-4774-A3D2-7A90554A579C}" dt="2025-07-25T16:50:36.613" v="536" actId="47"/>
        <pc:sldMkLst>
          <pc:docMk/>
          <pc:sldMk cId="0" sldId="268"/>
        </pc:sldMkLst>
      </pc:sldChg>
      <pc:sldChg chg="add del">
        <pc:chgData name="Mark Sibson" userId="d232cc3ad72a16ec" providerId="LiveId" clId="{D23143D2-F6C6-4774-A3D2-7A90554A579C}" dt="2025-07-25T16:50:45.189" v="537" actId="47"/>
        <pc:sldMkLst>
          <pc:docMk/>
          <pc:sldMk cId="0" sldId="269"/>
        </pc:sldMkLst>
      </pc:sldChg>
      <pc:sldChg chg="add del">
        <pc:chgData name="Mark Sibson" userId="d232cc3ad72a16ec" providerId="LiveId" clId="{D23143D2-F6C6-4774-A3D2-7A90554A579C}" dt="2025-07-25T16:50:59.399" v="538" actId="47"/>
        <pc:sldMkLst>
          <pc:docMk/>
          <pc:sldMk cId="0" sldId="270"/>
        </pc:sldMkLst>
      </pc:sldChg>
      <pc:sldChg chg="add del">
        <pc:chgData name="Mark Sibson" userId="d232cc3ad72a16ec" providerId="LiveId" clId="{D23143D2-F6C6-4774-A3D2-7A90554A579C}" dt="2025-07-25T16:51:54.193" v="540" actId="47"/>
        <pc:sldMkLst>
          <pc:docMk/>
          <pc:sldMk cId="0" sldId="271"/>
        </pc:sldMkLst>
      </pc:sldChg>
      <pc:sldChg chg="new del">
        <pc:chgData name="Mark Sibson" userId="d232cc3ad72a16ec" providerId="LiveId" clId="{D23143D2-F6C6-4774-A3D2-7A90554A579C}" dt="2025-07-25T16:09:51.750" v="297" actId="680"/>
        <pc:sldMkLst>
          <pc:docMk/>
          <pc:sldMk cId="4623893" sldId="272"/>
        </pc:sldMkLst>
      </pc:sldChg>
      <pc:sldChg chg="new">
        <pc:chgData name="Mark Sibson" userId="d232cc3ad72a16ec" providerId="LiveId" clId="{D23143D2-F6C6-4774-A3D2-7A90554A579C}" dt="2025-07-25T16:43:42.756" v="500" actId="680"/>
        <pc:sldMkLst>
          <pc:docMk/>
          <pc:sldMk cId="2280983104" sldId="272"/>
        </pc:sldMkLst>
      </pc:sldChg>
      <pc:sldChg chg="modSp new mod">
        <pc:chgData name="Mark Sibson" userId="d232cc3ad72a16ec" providerId="LiveId" clId="{D23143D2-F6C6-4774-A3D2-7A90554A579C}" dt="2025-07-25T16:44:56.791" v="507" actId="6549"/>
        <pc:sldMkLst>
          <pc:docMk/>
          <pc:sldMk cId="2188795483" sldId="273"/>
        </pc:sldMkLst>
        <pc:spChg chg="mod">
          <ac:chgData name="Mark Sibson" userId="d232cc3ad72a16ec" providerId="LiveId" clId="{D23143D2-F6C6-4774-A3D2-7A90554A579C}" dt="2025-07-25T16:44:56.791" v="507" actId="6549"/>
          <ac:spMkLst>
            <pc:docMk/>
            <pc:sldMk cId="2188795483" sldId="273"/>
            <ac:spMk id="2" creationId="{6F7895DD-8AF1-074E-E390-FE272884EFF6}"/>
          </ac:spMkLst>
        </pc:spChg>
      </pc:sldChg>
      <pc:sldChg chg="new">
        <pc:chgData name="Mark Sibson" userId="d232cc3ad72a16ec" providerId="LiveId" clId="{D23143D2-F6C6-4774-A3D2-7A90554A579C}" dt="2025-07-25T16:45:07.166" v="508" actId="680"/>
        <pc:sldMkLst>
          <pc:docMk/>
          <pc:sldMk cId="2024333224" sldId="274"/>
        </pc:sldMkLst>
      </pc:sldChg>
      <pc:sldChg chg="new">
        <pc:chgData name="Mark Sibson" userId="d232cc3ad72a16ec" providerId="LiveId" clId="{D23143D2-F6C6-4774-A3D2-7A90554A579C}" dt="2025-07-25T16:47:36.051" v="510" actId="680"/>
        <pc:sldMkLst>
          <pc:docMk/>
          <pc:sldMk cId="493907784" sldId="275"/>
        </pc:sldMkLst>
      </pc:sldChg>
      <pc:sldChg chg="new ord">
        <pc:chgData name="Mark Sibson" userId="d232cc3ad72a16ec" providerId="LiveId" clId="{D23143D2-F6C6-4774-A3D2-7A90554A579C}" dt="2025-07-25T16:48:41.438" v="516"/>
        <pc:sldMkLst>
          <pc:docMk/>
          <pc:sldMk cId="3680259850" sldId="276"/>
        </pc:sldMkLst>
      </pc:sldChg>
      <pc:sldChg chg="new modNotesTx">
        <pc:chgData name="Mark Sibson" userId="d232cc3ad72a16ec" providerId="LiveId" clId="{D23143D2-F6C6-4774-A3D2-7A90554A579C}" dt="2025-07-25T16:50:04.247" v="534" actId="20577"/>
        <pc:sldMkLst>
          <pc:docMk/>
          <pc:sldMk cId="3283580530" sldId="277"/>
        </pc:sldMkLst>
      </pc:sldChg>
      <pc:sldChg chg="new">
        <pc:chgData name="Mark Sibson" userId="d232cc3ad72a16ec" providerId="LiveId" clId="{D23143D2-F6C6-4774-A3D2-7A90554A579C}" dt="2025-07-25T16:50:27.346" v="535" actId="680"/>
        <pc:sldMkLst>
          <pc:docMk/>
          <pc:sldMk cId="2711639524" sldId="278"/>
        </pc:sldMkLst>
      </pc:sldChg>
      <pc:sldChg chg="new">
        <pc:chgData name="Mark Sibson" userId="d232cc3ad72a16ec" providerId="LiveId" clId="{D23143D2-F6C6-4774-A3D2-7A90554A579C}" dt="2025-07-25T16:51:42.346" v="539" actId="680"/>
        <pc:sldMkLst>
          <pc:docMk/>
          <pc:sldMk cId="1917872421" sldId="279"/>
        </pc:sldMkLst>
      </pc:sldChg>
      <pc:sldChg chg="new mod modClrScheme chgLayout">
        <pc:chgData name="Mark Sibson" userId="d232cc3ad72a16ec" providerId="LiveId" clId="{D23143D2-F6C6-4774-A3D2-7A90554A579C}" dt="2025-07-25T16:55:04.842" v="595" actId="700"/>
        <pc:sldMkLst>
          <pc:docMk/>
          <pc:sldMk cId="2589237029" sldId="280"/>
        </pc:sldMkLst>
      </pc:sldChg>
      <pc:sldChg chg="new">
        <pc:chgData name="Mark Sibson" userId="d232cc3ad72a16ec" providerId="LiveId" clId="{D23143D2-F6C6-4774-A3D2-7A90554A579C}" dt="2025-07-25T16:54:58.429" v="594" actId="680"/>
        <pc:sldMkLst>
          <pc:docMk/>
          <pc:sldMk cId="2685063959" sldId="281"/>
        </pc:sldMkLst>
      </pc:sldChg>
      <pc:sldChg chg="new del">
        <pc:chgData name="Mark Sibson" userId="d232cc3ad72a16ec" providerId="LiveId" clId="{D23143D2-F6C6-4774-A3D2-7A90554A579C}" dt="2025-07-25T16:55:42.646" v="597" actId="680"/>
        <pc:sldMkLst>
          <pc:docMk/>
          <pc:sldMk cId="299917212" sldId="282"/>
        </pc:sldMkLst>
      </pc:sldChg>
      <pc:sldMasterChg chg="addSp modSp mod delSldLayout modSldLayout sldLayoutOrd">
        <pc:chgData name="Mark Sibson" userId="d232cc3ad72a16ec" providerId="LiveId" clId="{D23143D2-F6C6-4774-A3D2-7A90554A579C}" dt="2025-07-25T16:56:25.113" v="604" actId="20578"/>
        <pc:sldMasterMkLst>
          <pc:docMk/>
          <pc:sldMasterMk cId="2230075366" sldId="2147483648"/>
        </pc:sldMasterMkLst>
        <pc:spChg chg="mod">
          <ac:chgData name="Mark Sibson" userId="d232cc3ad72a16ec" providerId="LiveId" clId="{D23143D2-F6C6-4774-A3D2-7A90554A579C}" dt="2025-07-25T16:09:14.134" v="293" actId="20577"/>
          <ac:spMkLst>
            <pc:docMk/>
            <pc:sldMasterMk cId="2230075366" sldId="2147483648"/>
            <ac:spMk id="5" creationId="{BB00A59E-B80F-D74B-66CB-3812BBB35640}"/>
          </ac:spMkLst>
        </pc:spChg>
        <pc:sldLayoutChg chg="addSp delSp modSp mod">
          <pc:chgData name="Mark Sibson" userId="d232cc3ad72a16ec" providerId="LiveId" clId="{D23143D2-F6C6-4774-A3D2-7A90554A579C}" dt="2025-07-25T16:13:41.537" v="380" actId="20577"/>
          <pc:sldLayoutMkLst>
            <pc:docMk/>
            <pc:sldMasterMk cId="2230075366" sldId="2147483648"/>
            <pc:sldLayoutMk cId="2642563523" sldId="2147483649"/>
          </pc:sldLayoutMkLst>
          <pc:spChg chg="mod">
            <ac:chgData name="Mark Sibson" userId="d232cc3ad72a16ec" providerId="LiveId" clId="{D23143D2-F6C6-4774-A3D2-7A90554A579C}" dt="2025-07-25T16:13:19.565" v="340" actId="1076"/>
            <ac:spMkLst>
              <pc:docMk/>
              <pc:sldMasterMk cId="2230075366" sldId="2147483648"/>
              <pc:sldLayoutMk cId="2642563523" sldId="2147483649"/>
              <ac:spMk id="3" creationId="{684C68EC-161B-5E76-75B8-B77AA4980278}"/>
            </ac:spMkLst>
          </pc:spChg>
          <pc:spChg chg="add mod">
            <ac:chgData name="Mark Sibson" userId="d232cc3ad72a16ec" providerId="LiveId" clId="{D23143D2-F6C6-4774-A3D2-7A90554A579C}" dt="2025-07-25T16:13:01.313" v="336" actId="12788"/>
            <ac:spMkLst>
              <pc:docMk/>
              <pc:sldMasterMk cId="2230075366" sldId="2147483648"/>
              <pc:sldLayoutMk cId="2642563523" sldId="2147483649"/>
              <ac:spMk id="7" creationId="{E36357BF-13D7-A885-B7A8-FE45E1BF1A1C}"/>
            </ac:spMkLst>
          </pc:spChg>
          <pc:spChg chg="add mod">
            <ac:chgData name="Mark Sibson" userId="d232cc3ad72a16ec" providerId="LiveId" clId="{D23143D2-F6C6-4774-A3D2-7A90554A579C}" dt="2025-07-25T16:13:41.537" v="380" actId="20577"/>
            <ac:spMkLst>
              <pc:docMk/>
              <pc:sldMasterMk cId="2230075366" sldId="2147483648"/>
              <pc:sldLayoutMk cId="2642563523" sldId="2147483649"/>
              <ac:spMk id="9" creationId="{85B7E897-6FCD-FADC-2B5D-C83520B5B3E2}"/>
            </ac:spMkLst>
          </pc:spChg>
        </pc:sldLayoutChg>
        <pc:sldLayoutChg chg="addSp delSp modSp mod">
          <pc:chgData name="Mark Sibson" userId="d232cc3ad72a16ec" providerId="LiveId" clId="{D23143D2-F6C6-4774-A3D2-7A90554A579C}" dt="2025-07-25T16:17:25.390" v="416" actId="20577"/>
          <pc:sldLayoutMkLst>
            <pc:docMk/>
            <pc:sldMasterMk cId="2230075366" sldId="2147483648"/>
            <pc:sldLayoutMk cId="1319626913" sldId="2147483652"/>
          </pc:sldLayoutMkLst>
          <pc:spChg chg="mod">
            <ac:chgData name="Mark Sibson" userId="d232cc3ad72a16ec" providerId="LiveId" clId="{D23143D2-F6C6-4774-A3D2-7A90554A579C}" dt="2025-07-17T13:22:03.873" v="48" actId="20577"/>
            <ac:spMkLst>
              <pc:docMk/>
              <pc:sldMasterMk cId="2230075366" sldId="2147483648"/>
              <pc:sldLayoutMk cId="1319626913" sldId="2147483652"/>
              <ac:spMk id="3" creationId="{FD4BC713-62D7-48D2-4965-E4C0D32E017C}"/>
            </ac:spMkLst>
          </pc:spChg>
          <pc:spChg chg="mod">
            <ac:chgData name="Mark Sibson" userId="d232cc3ad72a16ec" providerId="LiveId" clId="{D23143D2-F6C6-4774-A3D2-7A90554A579C}" dt="2025-07-25T16:17:25.390" v="416" actId="20577"/>
            <ac:spMkLst>
              <pc:docMk/>
              <pc:sldMasterMk cId="2230075366" sldId="2147483648"/>
              <pc:sldLayoutMk cId="1319626913" sldId="2147483652"/>
              <ac:spMk id="9" creationId="{790B0968-BE6B-8C5F-950C-F06299AD3A15}"/>
            </ac:spMkLst>
          </pc:spChg>
        </pc:sldLayoutChg>
        <pc:sldLayoutChg chg="addSp delSp modSp mod ord">
          <pc:chgData name="Mark Sibson" userId="d232cc3ad72a16ec" providerId="LiveId" clId="{D23143D2-F6C6-4774-A3D2-7A90554A579C}" dt="2025-07-25T16:56:25.113" v="604" actId="20578"/>
          <pc:sldLayoutMkLst>
            <pc:docMk/>
            <pc:sldMasterMk cId="2230075366" sldId="2147483648"/>
            <pc:sldLayoutMk cId="914212648" sldId="2147483660"/>
          </pc:sldLayoutMkLst>
          <pc:spChg chg="add mod">
            <ac:chgData name="Mark Sibson" userId="d232cc3ad72a16ec" providerId="LiveId" clId="{D23143D2-F6C6-4774-A3D2-7A90554A579C}" dt="2025-07-25T16:54:22.285" v="577" actId="207"/>
            <ac:spMkLst>
              <pc:docMk/>
              <pc:sldMasterMk cId="2230075366" sldId="2147483648"/>
              <pc:sldLayoutMk cId="914212648" sldId="2147483660"/>
              <ac:spMk id="2" creationId="{4C469E00-413A-4FA5-CC41-DE0B140879A7}"/>
            </ac:spMkLst>
          </pc:spChg>
          <pc:spChg chg="mod">
            <ac:chgData name="Mark Sibson" userId="d232cc3ad72a16ec" providerId="LiveId" clId="{D23143D2-F6C6-4774-A3D2-7A90554A579C}" dt="2025-07-17T13:25:44.487" v="222" actId="1076"/>
            <ac:spMkLst>
              <pc:docMk/>
              <pc:sldMasterMk cId="2230075366" sldId="2147483648"/>
              <pc:sldLayoutMk cId="914212648" sldId="2147483660"/>
              <ac:spMk id="5" creationId="{E69492C4-B4C1-428E-F4F2-918BB7EAA960}"/>
            </ac:spMkLst>
          </pc:spChg>
        </pc:sldLayoutChg>
        <pc:sldLayoutChg chg="delSp mod">
          <pc:chgData name="Mark Sibson" userId="d232cc3ad72a16ec" providerId="LiveId" clId="{D23143D2-F6C6-4774-A3D2-7A90554A579C}" dt="2025-07-17T13:25:40.094" v="220" actId="478"/>
          <pc:sldLayoutMkLst>
            <pc:docMk/>
            <pc:sldMasterMk cId="2230075366" sldId="2147483648"/>
            <pc:sldLayoutMk cId="3988785053" sldId="2147483661"/>
          </pc:sldLayoutMkLst>
        </pc:sldLayoutChg>
        <pc:sldLayoutChg chg="delSp mod">
          <pc:chgData name="Mark Sibson" userId="d232cc3ad72a16ec" providerId="LiveId" clId="{D23143D2-F6C6-4774-A3D2-7A90554A579C}" dt="2025-07-17T13:25:37.969" v="219" actId="478"/>
          <pc:sldLayoutMkLst>
            <pc:docMk/>
            <pc:sldMasterMk cId="2230075366" sldId="2147483648"/>
            <pc:sldLayoutMk cId="3724237597" sldId="2147483662"/>
          </pc:sldLayoutMkLst>
        </pc:sldLayoutChg>
        <pc:sldLayoutChg chg="delSp mod">
          <pc:chgData name="Mark Sibson" userId="d232cc3ad72a16ec" providerId="LiveId" clId="{D23143D2-F6C6-4774-A3D2-7A90554A579C}" dt="2025-07-17T13:25:35.318" v="218" actId="478"/>
          <pc:sldLayoutMkLst>
            <pc:docMk/>
            <pc:sldMasterMk cId="2230075366" sldId="2147483648"/>
            <pc:sldLayoutMk cId="3749608286" sldId="2147483663"/>
          </pc:sldLayoutMkLst>
        </pc:sldLayoutChg>
        <pc:sldLayoutChg chg="delSp mod">
          <pc:chgData name="Mark Sibson" userId="d232cc3ad72a16ec" providerId="LiveId" clId="{D23143D2-F6C6-4774-A3D2-7A90554A579C}" dt="2025-07-17T13:25:33.721" v="217" actId="478"/>
          <pc:sldLayoutMkLst>
            <pc:docMk/>
            <pc:sldMasterMk cId="2230075366" sldId="2147483648"/>
            <pc:sldLayoutMk cId="3911202621" sldId="2147483664"/>
          </pc:sldLayoutMkLst>
        </pc:sldLayoutChg>
        <pc:sldLayoutChg chg="delSp modSp mod ord">
          <pc:chgData name="Mark Sibson" userId="d232cc3ad72a16ec" providerId="LiveId" clId="{D23143D2-F6C6-4774-A3D2-7A90554A579C}" dt="2025-07-25T16:55:55.044" v="598" actId="20578"/>
          <pc:sldLayoutMkLst>
            <pc:docMk/>
            <pc:sldMasterMk cId="2230075366" sldId="2147483648"/>
            <pc:sldLayoutMk cId="803520346" sldId="2147483666"/>
          </pc:sldLayoutMkLst>
          <pc:spChg chg="mod">
            <ac:chgData name="Mark Sibson" userId="d232cc3ad72a16ec" providerId="LiveId" clId="{D23143D2-F6C6-4774-A3D2-7A90554A579C}" dt="2025-07-17T13:23:06.483" v="122" actId="20577"/>
            <ac:spMkLst>
              <pc:docMk/>
              <pc:sldMasterMk cId="2230075366" sldId="2147483648"/>
              <pc:sldLayoutMk cId="803520346" sldId="2147483666"/>
              <ac:spMk id="3" creationId="{FD4BC713-62D7-48D2-4965-E4C0D32E017C}"/>
            </ac:spMkLst>
          </pc:spChg>
          <pc:spChg chg="mod">
            <ac:chgData name="Mark Sibson" userId="d232cc3ad72a16ec" providerId="LiveId" clId="{D23143D2-F6C6-4774-A3D2-7A90554A579C}" dt="2025-07-25T16:17:39.820" v="419" actId="207"/>
            <ac:spMkLst>
              <pc:docMk/>
              <pc:sldMasterMk cId="2230075366" sldId="2147483648"/>
              <pc:sldLayoutMk cId="803520346" sldId="2147483666"/>
              <ac:spMk id="9" creationId="{790B0968-BE6B-8C5F-950C-F06299AD3A15}"/>
            </ac:spMkLst>
          </pc:spChg>
        </pc:sldLayoutChg>
        <pc:sldLayoutChg chg="delSp modSp mod ord">
          <pc:chgData name="Mark Sibson" userId="d232cc3ad72a16ec" providerId="LiveId" clId="{D23143D2-F6C6-4774-A3D2-7A90554A579C}" dt="2025-07-25T16:55:58.990" v="599" actId="20578"/>
          <pc:sldLayoutMkLst>
            <pc:docMk/>
            <pc:sldMasterMk cId="2230075366" sldId="2147483648"/>
            <pc:sldLayoutMk cId="772705510" sldId="2147483669"/>
          </pc:sldLayoutMkLst>
          <pc:spChg chg="mod">
            <ac:chgData name="Mark Sibson" userId="d232cc3ad72a16ec" providerId="LiveId" clId="{D23143D2-F6C6-4774-A3D2-7A90554A579C}" dt="2025-07-17T13:23:18.256" v="136" actId="20577"/>
            <ac:spMkLst>
              <pc:docMk/>
              <pc:sldMasterMk cId="2230075366" sldId="2147483648"/>
              <pc:sldLayoutMk cId="772705510" sldId="2147483669"/>
              <ac:spMk id="3" creationId="{FD4BC713-62D7-48D2-4965-E4C0D32E017C}"/>
            </ac:spMkLst>
          </pc:spChg>
          <pc:spChg chg="mod">
            <ac:chgData name="Mark Sibson" userId="d232cc3ad72a16ec" providerId="LiveId" clId="{D23143D2-F6C6-4774-A3D2-7A90554A579C}" dt="2025-07-25T16:17:47.169" v="420" actId="207"/>
            <ac:spMkLst>
              <pc:docMk/>
              <pc:sldMasterMk cId="2230075366" sldId="2147483648"/>
              <pc:sldLayoutMk cId="772705510" sldId="2147483669"/>
              <ac:spMk id="9" creationId="{790B0968-BE6B-8C5F-950C-F06299AD3A15}"/>
            </ac:spMkLst>
          </pc:spChg>
        </pc:sldLayoutChg>
        <pc:sldLayoutChg chg="addSp delSp modSp mod ord">
          <pc:chgData name="Mark Sibson" userId="d232cc3ad72a16ec" providerId="LiveId" clId="{D23143D2-F6C6-4774-A3D2-7A90554A579C}" dt="2025-07-25T16:56:05.409" v="600" actId="20578"/>
          <pc:sldLayoutMkLst>
            <pc:docMk/>
            <pc:sldMasterMk cId="2230075366" sldId="2147483648"/>
            <pc:sldLayoutMk cId="402740540" sldId="2147483670"/>
          </pc:sldLayoutMkLst>
          <pc:spChg chg="add mod">
            <ac:chgData name="Mark Sibson" userId="d232cc3ad72a16ec" providerId="LiveId" clId="{D23143D2-F6C6-4774-A3D2-7A90554A579C}" dt="2025-07-25T16:18:39.363" v="456" actId="20577"/>
            <ac:spMkLst>
              <pc:docMk/>
              <pc:sldMasterMk cId="2230075366" sldId="2147483648"/>
              <pc:sldLayoutMk cId="402740540" sldId="2147483670"/>
              <ac:spMk id="2" creationId="{0CE1003F-20AF-4A7E-B8B2-929E8629F1AD}"/>
            </ac:spMkLst>
          </pc:spChg>
          <pc:spChg chg="mod">
            <ac:chgData name="Mark Sibson" userId="d232cc3ad72a16ec" providerId="LiveId" clId="{D23143D2-F6C6-4774-A3D2-7A90554A579C}" dt="2025-07-25T16:18:18.993" v="423" actId="207"/>
            <ac:spMkLst>
              <pc:docMk/>
              <pc:sldMasterMk cId="2230075366" sldId="2147483648"/>
              <pc:sldLayoutMk cId="402740540" sldId="2147483670"/>
              <ac:spMk id="9" creationId="{790B0968-BE6B-8C5F-950C-F06299AD3A15}"/>
            </ac:spMkLst>
          </pc:spChg>
        </pc:sldLayoutChg>
        <pc:sldLayoutChg chg="del">
          <pc:chgData name="Mark Sibson" userId="d232cc3ad72a16ec" providerId="LiveId" clId="{D23143D2-F6C6-4774-A3D2-7A90554A579C}" dt="2025-07-25T16:51:54.193" v="540" actId="47"/>
          <pc:sldLayoutMkLst>
            <pc:docMk/>
            <pc:sldMasterMk cId="2230075366" sldId="2147483648"/>
            <pc:sldLayoutMk cId="1082642677" sldId="2147483671"/>
          </pc:sldLayoutMkLst>
        </pc:sldLayoutChg>
        <pc:sldLayoutChg chg="modSp mod ord">
          <pc:chgData name="Mark Sibson" userId="d232cc3ad72a16ec" providerId="LiveId" clId="{D23143D2-F6C6-4774-A3D2-7A90554A579C}" dt="2025-07-25T16:17:27.319" v="417" actId="20578"/>
          <pc:sldLayoutMkLst>
            <pc:docMk/>
            <pc:sldMasterMk cId="2230075366" sldId="2147483648"/>
            <pc:sldLayoutMk cId="138386177" sldId="2147483672"/>
          </pc:sldLayoutMkLst>
          <pc:spChg chg="mod">
            <ac:chgData name="Mark Sibson" userId="d232cc3ad72a16ec" providerId="LiveId" clId="{D23143D2-F6C6-4774-A3D2-7A90554A579C}" dt="2025-07-25T16:17:20.844" v="415" actId="207"/>
            <ac:spMkLst>
              <pc:docMk/>
              <pc:sldMasterMk cId="2230075366" sldId="2147483648"/>
              <pc:sldLayoutMk cId="138386177" sldId="2147483672"/>
              <ac:spMk id="9" creationId="{790B0968-BE6B-8C5F-950C-F06299AD3A15}"/>
            </ac:spMkLst>
          </pc:spChg>
        </pc:sldLayoutChg>
        <pc:sldLayoutChg chg="delSp modSp mod">
          <pc:chgData name="Mark Sibson" userId="d232cc3ad72a16ec" providerId="LiveId" clId="{D23143D2-F6C6-4774-A3D2-7A90554A579C}" dt="2025-07-25T16:21:50.570" v="497" actId="20577"/>
          <pc:sldLayoutMkLst>
            <pc:docMk/>
            <pc:sldMasterMk cId="2230075366" sldId="2147483648"/>
            <pc:sldLayoutMk cId="1731202476" sldId="2147483673"/>
          </pc:sldLayoutMkLst>
          <pc:spChg chg="mod">
            <ac:chgData name="Mark Sibson" userId="d232cc3ad72a16ec" providerId="LiveId" clId="{D23143D2-F6C6-4774-A3D2-7A90554A579C}" dt="2025-07-25T16:21:50.570" v="497" actId="20577"/>
            <ac:spMkLst>
              <pc:docMk/>
              <pc:sldMasterMk cId="2230075366" sldId="2147483648"/>
              <pc:sldLayoutMk cId="1731202476" sldId="2147483673"/>
              <ac:spMk id="3" creationId="{FD4BC713-62D7-48D2-4965-E4C0D32E017C}"/>
            </ac:spMkLst>
          </pc:spChg>
          <pc:spChg chg="mod">
            <ac:chgData name="Mark Sibson" userId="d232cc3ad72a16ec" providerId="LiveId" clId="{D23143D2-F6C6-4774-A3D2-7A90554A579C}" dt="2025-07-25T16:17:37.319" v="418" actId="20577"/>
            <ac:spMkLst>
              <pc:docMk/>
              <pc:sldMasterMk cId="2230075366" sldId="2147483648"/>
              <pc:sldLayoutMk cId="1731202476" sldId="2147483673"/>
              <ac:spMk id="9" creationId="{790B0968-BE6B-8C5F-950C-F06299AD3A15}"/>
            </ac:spMkLst>
          </pc:spChg>
        </pc:sldLayoutChg>
        <pc:sldLayoutChg chg="delSp modSp mod">
          <pc:chgData name="Mark Sibson" userId="d232cc3ad72a16ec" providerId="LiveId" clId="{D23143D2-F6C6-4774-A3D2-7A90554A579C}" dt="2025-07-25T16:21:40.721" v="489" actId="478"/>
          <pc:sldLayoutMkLst>
            <pc:docMk/>
            <pc:sldMasterMk cId="2230075366" sldId="2147483648"/>
            <pc:sldLayoutMk cId="2684925739" sldId="2147483674"/>
          </pc:sldLayoutMkLst>
          <pc:spChg chg="mod">
            <ac:chgData name="Mark Sibson" userId="d232cc3ad72a16ec" providerId="LiveId" clId="{D23143D2-F6C6-4774-A3D2-7A90554A579C}" dt="2025-07-25T16:20:09.106" v="462" actId="20577"/>
            <ac:spMkLst>
              <pc:docMk/>
              <pc:sldMasterMk cId="2230075366" sldId="2147483648"/>
              <pc:sldLayoutMk cId="2684925739" sldId="2147483674"/>
              <ac:spMk id="9" creationId="{790B0968-BE6B-8C5F-950C-F06299AD3A15}"/>
            </ac:spMkLst>
          </pc:spChg>
        </pc:sldLayoutChg>
        <pc:sldLayoutChg chg="addSp delSp modSp mod">
          <pc:chgData name="Mark Sibson" userId="d232cc3ad72a16ec" providerId="LiveId" clId="{D23143D2-F6C6-4774-A3D2-7A90554A579C}" dt="2025-07-25T16:18:50.981" v="460" actId="1076"/>
          <pc:sldLayoutMkLst>
            <pc:docMk/>
            <pc:sldMasterMk cId="2230075366" sldId="2147483648"/>
            <pc:sldLayoutMk cId="2106009227" sldId="2147483675"/>
          </pc:sldLayoutMkLst>
          <pc:spChg chg="add mod">
            <ac:chgData name="Mark Sibson" userId="d232cc3ad72a16ec" providerId="LiveId" clId="{D23143D2-F6C6-4774-A3D2-7A90554A579C}" dt="2025-07-25T16:18:50.981" v="460" actId="1076"/>
            <ac:spMkLst>
              <pc:docMk/>
              <pc:sldMasterMk cId="2230075366" sldId="2147483648"/>
              <pc:sldLayoutMk cId="2106009227" sldId="2147483675"/>
              <ac:spMk id="2" creationId="{16304266-1748-1CF9-0E91-5D288CD32AC0}"/>
            </ac:spMkLst>
          </pc:spChg>
          <pc:spChg chg="mod">
            <ac:chgData name="Mark Sibson" userId="d232cc3ad72a16ec" providerId="LiveId" clId="{D23143D2-F6C6-4774-A3D2-7A90554A579C}" dt="2025-07-25T16:18:14.297" v="422" actId="20577"/>
            <ac:spMkLst>
              <pc:docMk/>
              <pc:sldMasterMk cId="2230075366" sldId="2147483648"/>
              <pc:sldLayoutMk cId="2106009227" sldId="2147483675"/>
              <ac:spMk id="9" creationId="{790B0968-BE6B-8C5F-950C-F06299AD3A15}"/>
            </ac:spMkLst>
          </pc:spChg>
        </pc:sldLayoutChg>
        <pc:sldLayoutChg chg="modSp mod ord">
          <pc:chgData name="Mark Sibson" userId="d232cc3ad72a16ec" providerId="LiveId" clId="{D23143D2-F6C6-4774-A3D2-7A90554A579C}" dt="2025-07-25T16:56:14.749" v="602" actId="20578"/>
          <pc:sldLayoutMkLst>
            <pc:docMk/>
            <pc:sldMasterMk cId="2230075366" sldId="2147483648"/>
            <pc:sldLayoutMk cId="2360332083" sldId="2147483676"/>
          </pc:sldLayoutMkLst>
          <pc:spChg chg="mod">
            <ac:chgData name="Mark Sibson" userId="d232cc3ad72a16ec" providerId="LiveId" clId="{D23143D2-F6C6-4774-A3D2-7A90554A579C}" dt="2025-07-25T16:54:45.227" v="593" actId="207"/>
            <ac:spMkLst>
              <pc:docMk/>
              <pc:sldMasterMk cId="2230075366" sldId="2147483648"/>
              <pc:sldLayoutMk cId="2360332083" sldId="2147483676"/>
              <ac:spMk id="2" creationId="{4C469E00-413A-4FA5-CC41-DE0B140879A7}"/>
            </ac:spMkLst>
          </pc:spChg>
        </pc:sldLayoutChg>
      </pc:sldMasterChg>
    </pc:docChg>
  </pc:docChgLst>
  <pc:docChgLst>
    <pc:chgData name="Mark Sibson" userId="S::sibsonm_gmail.com#ext#@ncukuom.onmicrosoft.com::76d00939-a366-4c06-b014-738d33103ccc" providerId="AD" clId="Web-{D917976D-8505-430D-8365-BD5FE31FFD44}"/>
    <pc:docChg chg="addSld">
      <pc:chgData name="Mark Sibson" userId="S::sibsonm_gmail.com#ext#@ncukuom.onmicrosoft.com::76d00939-a366-4c06-b014-738d33103ccc" providerId="AD" clId="Web-{D917976D-8505-430D-8365-BD5FE31FFD44}" dt="2025-08-07T07:32:18.533" v="0"/>
      <pc:docMkLst>
        <pc:docMk/>
      </pc:docMkLst>
      <pc:sldChg chg="new">
        <pc:chgData name="Mark Sibson" userId="S::sibsonm_gmail.com#ext#@ncukuom.onmicrosoft.com::76d00939-a366-4c06-b014-738d33103ccc" providerId="AD" clId="Web-{D917976D-8505-430D-8365-BD5FE31FFD44}" dt="2025-08-07T07:32:18.533" v="0"/>
        <pc:sldMkLst>
          <pc:docMk/>
          <pc:sldMk cId="355081669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D0533-793D-4258-94AC-A23DA8D57CA0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829AB-5D69-4237-81FD-47B402BAD4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0835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Include:</a:t>
            </a:r>
          </a:p>
          <a:p>
            <a:r>
              <a:rPr lang="en-GB" dirty="0"/>
              <a:t>- Brief explanation of the problem from the scenario</a:t>
            </a:r>
          </a:p>
          <a:p>
            <a:r>
              <a:rPr lang="en-GB" dirty="0"/>
              <a:t>- Why Python is a good choice for solving it</a:t>
            </a:r>
          </a:p>
          <a:p>
            <a:r>
              <a:rPr lang="en-GB" dirty="0"/>
              <a:t>- Diagrams: flowcharts or pseudocode for the menu and processes</a:t>
            </a:r>
          </a:p>
          <a:p>
            <a:r>
              <a:rPr lang="en-GB" dirty="0"/>
              <a:t>- Explanation of how your design meets the problem needs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829AB-5D69-4237-81FD-47B402BAD43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032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Include:</a:t>
            </a:r>
          </a:p>
          <a:p>
            <a:r>
              <a:rPr lang="en-GB" dirty="0"/>
              <a:t>- Code screenshots for each menu option</a:t>
            </a:r>
          </a:p>
          <a:p>
            <a:r>
              <a:rPr lang="en-GB" dirty="0"/>
              <a:t>- Evidence of how the rules were implemented (accessibility, halls, etc.)</a:t>
            </a:r>
          </a:p>
          <a:p>
            <a:r>
              <a:rPr lang="en-GB" dirty="0"/>
              <a:t>- Clear comments in the code or annotations</a:t>
            </a:r>
          </a:p>
          <a:p>
            <a:r>
              <a:rPr lang="en-GB" dirty="0"/>
              <a:t>- Any extra features you've added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829AB-5D69-4237-81FD-47B402BAD43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365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Include:</a:t>
            </a:r>
          </a:p>
          <a:p>
            <a:r>
              <a:rPr lang="en-GB" dirty="0"/>
              <a:t>- Table showing test case, input, expected output, actual output, and pass/fail</a:t>
            </a:r>
          </a:p>
          <a:p>
            <a:r>
              <a:rPr lang="en-GB" dirty="0"/>
              <a:t>- Screenshots of the program being tested</a:t>
            </a:r>
          </a:p>
          <a:p>
            <a:r>
              <a:rPr lang="en-GB" dirty="0"/>
              <a:t>- Reflection on what worked or didn’t and why</a:t>
            </a:r>
          </a:p>
          <a:p>
            <a:r>
              <a:rPr lang="en-GB" dirty="0"/>
              <a:t>- Any bugs or suggested fixes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829AB-5D69-4237-81FD-47B402BAD43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13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Include:</a:t>
            </a:r>
          </a:p>
          <a:p>
            <a:r>
              <a:rPr lang="en-GB" dirty="0"/>
              <a:t>- Reflection on whether the program meets all client needs</a:t>
            </a:r>
          </a:p>
          <a:p>
            <a:r>
              <a:rPr lang="en-GB" dirty="0"/>
              <a:t>- Strengths and weaknesses of the code</a:t>
            </a:r>
          </a:p>
          <a:p>
            <a:r>
              <a:rPr lang="en-GB" dirty="0"/>
              <a:t>- Any problems that occurred and how you solved them</a:t>
            </a:r>
          </a:p>
          <a:p>
            <a:r>
              <a:rPr lang="en-GB" dirty="0"/>
              <a:t>- Can it work for more users/data?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829AB-5D69-4237-81FD-47B402BAD43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1219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Include:</a:t>
            </a:r>
          </a:p>
          <a:p>
            <a:r>
              <a:rPr lang="en-GB" dirty="0"/>
              <a:t>- Why a database is better than a spreadsheet here</a:t>
            </a:r>
          </a:p>
          <a:p>
            <a:r>
              <a:rPr lang="en-GB" dirty="0"/>
              <a:t>- Your own ERD showing tables, fields, keys, and relationships</a:t>
            </a:r>
          </a:p>
          <a:p>
            <a:r>
              <a:rPr lang="en-GB" dirty="0"/>
              <a:t>- Explain your design choices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829AB-5D69-4237-81FD-47B402BAD43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958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Include:</a:t>
            </a:r>
          </a:p>
          <a:p>
            <a:r>
              <a:rPr lang="en-GB" dirty="0"/>
              <a:t>- Screenshots of table structures, validation and data</a:t>
            </a:r>
          </a:p>
          <a:p>
            <a:r>
              <a:rPr lang="en-GB" dirty="0"/>
              <a:t>- Code for SQL queries and their outputs</a:t>
            </a:r>
          </a:p>
          <a:p>
            <a:pPr marL="171450" indent="-171450">
              <a:buFontTx/>
              <a:buChar char="-"/>
            </a:pPr>
            <a:r>
              <a:rPr lang="en-GB" dirty="0"/>
              <a:t>A screenshot of the form and the report</a:t>
            </a:r>
          </a:p>
          <a:p>
            <a:pPr marL="171450" indent="-171450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829AB-5D69-4237-81FD-47B402BAD43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8116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Include:</a:t>
            </a:r>
          </a:p>
          <a:p>
            <a:r>
              <a:rPr lang="en-GB" dirty="0"/>
              <a:t>- Evidence that you tested your database (e.g. query output)</a:t>
            </a:r>
          </a:p>
          <a:p>
            <a:r>
              <a:rPr lang="en-GB" dirty="0"/>
              <a:t>- Screenshots or table of test results</a:t>
            </a:r>
          </a:p>
          <a:p>
            <a:r>
              <a:rPr lang="en-GB" dirty="0"/>
              <a:t>- Reflection on effectiveness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829AB-5D69-4237-81FD-47B402BAD43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140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Include:</a:t>
            </a:r>
          </a:p>
          <a:p>
            <a:r>
              <a:rPr lang="en-GB" dirty="0"/>
              <a:t>- 300–400 words evaluating your work</a:t>
            </a:r>
          </a:p>
          <a:p>
            <a:r>
              <a:rPr lang="en-GB" dirty="0"/>
              <a:t>- How well does it meet the university's needs?</a:t>
            </a:r>
          </a:p>
          <a:p>
            <a:r>
              <a:rPr lang="en-GB" dirty="0"/>
              <a:t>- What worked well, and what would you change?</a:t>
            </a:r>
          </a:p>
          <a:p>
            <a:r>
              <a:rPr lang="en-GB" dirty="0"/>
              <a:t>- Suggestions for making it better or more efficient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829AB-5D69-4237-81FD-47B402BAD43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758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4C68EC-161B-5E76-75B8-B77AA4980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27872" y="3615485"/>
            <a:ext cx="6346166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E4828-47B7-6561-834B-AC116E07D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9908-0310-45E0-A5B0-5753E6ECEE74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F3770-2252-5F02-3DA5-27A1896C1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21254-593F-2BAC-93FA-FB2CB730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6357BF-13D7-A885-B7A8-FE45E1BF1A1C}"/>
              </a:ext>
            </a:extLst>
          </p:cNvPr>
          <p:cNvSpPr txBox="1"/>
          <p:nvPr userDrawn="1"/>
        </p:nvSpPr>
        <p:spPr>
          <a:xfrm>
            <a:off x="1899250" y="1302589"/>
            <a:ext cx="83935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kern="1200" cap="all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IFY computer science </a:t>
            </a:r>
          </a:p>
          <a:p>
            <a:pPr algn="ctr"/>
            <a:r>
              <a:rPr lang="en-GB" sz="4400" b="0" kern="1200" cap="all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coursework 25/26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B7E897-6FCD-FADC-2B5D-C83520B5B3E2}"/>
              </a:ext>
            </a:extLst>
          </p:cNvPr>
          <p:cNvSpPr txBox="1"/>
          <p:nvPr userDrawn="1"/>
        </p:nvSpPr>
        <p:spPr>
          <a:xfrm>
            <a:off x="2938732" y="3182130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Name &amp; Student ID: </a:t>
            </a:r>
          </a:p>
        </p:txBody>
      </p:sp>
    </p:spTree>
    <p:extLst>
      <p:ext uri="{BB962C8B-B14F-4D97-AF65-F5344CB8AC3E}">
        <p14:creationId xmlns:p14="http://schemas.microsoft.com/office/powerpoint/2010/main" val="2642563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sk B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0783" y="6340475"/>
            <a:ext cx="274320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07/08/2025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69E00-413A-4FA5-CC41-DE0B140879A7}"/>
              </a:ext>
            </a:extLst>
          </p:cNvPr>
          <p:cNvSpPr txBox="1"/>
          <p:nvPr userDrawn="1"/>
        </p:nvSpPr>
        <p:spPr>
          <a:xfrm>
            <a:off x="1899250" y="1302589"/>
            <a:ext cx="839350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kern="1200" cap="all" dirty="0">
                <a:solidFill>
                  <a:srgbClr val="C00000"/>
                </a:solidFill>
                <a:effectLst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Task A:</a:t>
            </a:r>
          </a:p>
          <a:p>
            <a:pPr algn="ctr"/>
            <a:endParaRPr lang="en-GB" sz="4400" b="1" kern="1200" cap="all" dirty="0">
              <a:solidFill>
                <a:schemeClr val="tx1"/>
              </a:solidFill>
              <a:effectLst/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ctr"/>
            <a:r>
              <a:rPr lang="en-GB" sz="4400" b="0" kern="1200" cap="all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Python project</a:t>
            </a:r>
          </a:p>
        </p:txBody>
      </p:sp>
    </p:spTree>
    <p:extLst>
      <p:ext uri="{BB962C8B-B14F-4D97-AF65-F5344CB8AC3E}">
        <p14:creationId xmlns:p14="http://schemas.microsoft.com/office/powerpoint/2010/main" val="914212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C713-62D7-48D2-4965-E4C0D32E017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38665" y="945731"/>
            <a:ext cx="6248399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lang="en-GB" sz="1800" i="1" kern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Place evidence of your designs here.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15860" y="6356349"/>
            <a:ext cx="150531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07/08/2025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B0968-BE6B-8C5F-950C-F06299AD3A15}"/>
              </a:ext>
            </a:extLst>
          </p:cNvPr>
          <p:cNvSpPr txBox="1"/>
          <p:nvPr userDrawn="1"/>
        </p:nvSpPr>
        <p:spPr>
          <a:xfrm>
            <a:off x="140179" y="21416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cap="all" spc="100" dirty="0">
                <a:solidFill>
                  <a:srgbClr val="C00000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A1: design evidence</a:t>
            </a:r>
            <a:endParaRPr lang="en-GB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86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C713-62D7-48D2-4965-E4C0D32E017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38665" y="945731"/>
            <a:ext cx="6248399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lang="en-GB" sz="1800" i="1" kern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Place evidence of your programs here.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15860" y="6356349"/>
            <a:ext cx="150531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07/08/2025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B0968-BE6B-8C5F-950C-F06299AD3A15}"/>
              </a:ext>
            </a:extLst>
          </p:cNvPr>
          <p:cNvSpPr txBox="1"/>
          <p:nvPr userDrawn="1"/>
        </p:nvSpPr>
        <p:spPr>
          <a:xfrm>
            <a:off x="140178" y="214162"/>
            <a:ext cx="85847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cap="all" spc="100" dirty="0">
                <a:solidFill>
                  <a:srgbClr val="C00000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A2: implementation</a:t>
            </a:r>
            <a:endParaRPr lang="en-GB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520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C713-62D7-48D2-4965-E4C0D32E017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38665" y="945731"/>
            <a:ext cx="6248399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lang="en-GB" sz="1800" i="1" kern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Place evidence of your testing here.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15860" y="6356349"/>
            <a:ext cx="150531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07/08/2025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B0968-BE6B-8C5F-950C-F06299AD3A15}"/>
              </a:ext>
            </a:extLst>
          </p:cNvPr>
          <p:cNvSpPr txBox="1"/>
          <p:nvPr userDrawn="1"/>
        </p:nvSpPr>
        <p:spPr>
          <a:xfrm>
            <a:off x="140178" y="214162"/>
            <a:ext cx="85847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cap="all" spc="100" dirty="0">
                <a:solidFill>
                  <a:srgbClr val="C00000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A3: testing</a:t>
            </a:r>
            <a:endParaRPr lang="en-GB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705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15860" y="6356349"/>
            <a:ext cx="150531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07/08/2025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B0968-BE6B-8C5F-950C-F06299AD3A15}"/>
              </a:ext>
            </a:extLst>
          </p:cNvPr>
          <p:cNvSpPr txBox="1"/>
          <p:nvPr userDrawn="1"/>
        </p:nvSpPr>
        <p:spPr>
          <a:xfrm>
            <a:off x="140178" y="214162"/>
            <a:ext cx="85847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cap="all" spc="100" dirty="0">
                <a:solidFill>
                  <a:srgbClr val="C00000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A4: evaluation</a:t>
            </a:r>
            <a:endParaRPr lang="en-GB" sz="2400" b="1" dirty="0">
              <a:solidFill>
                <a:srgbClr val="C00000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CE1003F-20AF-4A7E-B8B2-929E8629F1A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38665" y="945731"/>
            <a:ext cx="11115135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lang="en-GB" sz="1800" i="1" kern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Write your evaluation here</a:t>
            </a:r>
          </a:p>
        </p:txBody>
      </p:sp>
    </p:spTree>
    <p:extLst>
      <p:ext uri="{BB962C8B-B14F-4D97-AF65-F5344CB8AC3E}">
        <p14:creationId xmlns:p14="http://schemas.microsoft.com/office/powerpoint/2010/main" val="402740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sk B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0783" y="6340475"/>
            <a:ext cx="274320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07/08/2025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69E00-413A-4FA5-CC41-DE0B140879A7}"/>
              </a:ext>
            </a:extLst>
          </p:cNvPr>
          <p:cNvSpPr txBox="1"/>
          <p:nvPr userDrawn="1"/>
        </p:nvSpPr>
        <p:spPr>
          <a:xfrm>
            <a:off x="1899250" y="1302589"/>
            <a:ext cx="839350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kern="1200" cap="all" dirty="0">
                <a:solidFill>
                  <a:srgbClr val="0070C0"/>
                </a:solidFill>
                <a:effectLst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Task B:</a:t>
            </a:r>
          </a:p>
          <a:p>
            <a:pPr algn="ctr"/>
            <a:endParaRPr lang="en-GB" sz="4400" b="1" kern="1200" cap="all" dirty="0">
              <a:solidFill>
                <a:schemeClr val="tx1"/>
              </a:solidFill>
              <a:effectLst/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ctr"/>
            <a:r>
              <a:rPr lang="en-GB" sz="4400" b="0" kern="1200" cap="all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database project</a:t>
            </a:r>
          </a:p>
        </p:txBody>
      </p:sp>
    </p:spTree>
    <p:extLst>
      <p:ext uri="{BB962C8B-B14F-4D97-AF65-F5344CB8AC3E}">
        <p14:creationId xmlns:p14="http://schemas.microsoft.com/office/powerpoint/2010/main" val="2360332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C713-62D7-48D2-4965-E4C0D32E017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38665" y="945731"/>
            <a:ext cx="6248399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lang="en-GB" sz="1800" i="1" kern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Place evidence of your designs here.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15860" y="6356349"/>
            <a:ext cx="150531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07/08/2025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B0968-BE6B-8C5F-950C-F06299AD3A15}"/>
              </a:ext>
            </a:extLst>
          </p:cNvPr>
          <p:cNvSpPr txBox="1"/>
          <p:nvPr userDrawn="1"/>
        </p:nvSpPr>
        <p:spPr>
          <a:xfrm>
            <a:off x="140179" y="21416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cap="all" spc="100" dirty="0">
                <a:solidFill>
                  <a:srgbClr val="0070C0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b1: design evidence</a:t>
            </a:r>
            <a:endParaRPr lang="en-GB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626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C713-62D7-48D2-4965-E4C0D32E017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38665" y="945731"/>
            <a:ext cx="6248399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lang="en-GB" sz="1800" i="1" kern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Place evidence of your database here.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15860" y="6356349"/>
            <a:ext cx="150531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07/08/2025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B0968-BE6B-8C5F-950C-F06299AD3A15}"/>
              </a:ext>
            </a:extLst>
          </p:cNvPr>
          <p:cNvSpPr txBox="1"/>
          <p:nvPr userDrawn="1"/>
        </p:nvSpPr>
        <p:spPr>
          <a:xfrm>
            <a:off x="140178" y="214162"/>
            <a:ext cx="85847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cap="all" spc="100" dirty="0">
                <a:solidFill>
                  <a:srgbClr val="0070C0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B2: implementation</a:t>
            </a:r>
            <a:endParaRPr lang="en-GB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202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C713-62D7-48D2-4965-E4C0D32E017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38665" y="945731"/>
            <a:ext cx="6248399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lang="en-GB" sz="1800" i="1" kern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Place evidence of your testing here.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15860" y="6356349"/>
            <a:ext cx="150531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07/08/2025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B0968-BE6B-8C5F-950C-F06299AD3A15}"/>
              </a:ext>
            </a:extLst>
          </p:cNvPr>
          <p:cNvSpPr txBox="1"/>
          <p:nvPr userDrawn="1"/>
        </p:nvSpPr>
        <p:spPr>
          <a:xfrm>
            <a:off x="140178" y="214162"/>
            <a:ext cx="85847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cap="all" spc="100" dirty="0">
                <a:solidFill>
                  <a:srgbClr val="0070C0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B3: testing</a:t>
            </a:r>
            <a:endParaRPr lang="en-GB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925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15860" y="6356349"/>
            <a:ext cx="150531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07/08/2025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B0968-BE6B-8C5F-950C-F06299AD3A15}"/>
              </a:ext>
            </a:extLst>
          </p:cNvPr>
          <p:cNvSpPr txBox="1"/>
          <p:nvPr userDrawn="1"/>
        </p:nvSpPr>
        <p:spPr>
          <a:xfrm>
            <a:off x="140178" y="214162"/>
            <a:ext cx="85847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cap="all" spc="100" dirty="0">
                <a:solidFill>
                  <a:srgbClr val="0070C0"/>
                </a:solidFill>
                <a:effectLst/>
                <a:uFill>
                  <a:solidFill>
                    <a:srgbClr val="C1C1C1"/>
                  </a:solidFill>
                </a:uFill>
                <a:latin typeface="Poppins" panose="00000500000000000000" pitchFamily="2" charset="0"/>
                <a:ea typeface="STZhongsong" panose="020B0503020204020204" pitchFamily="2" charset="-122"/>
                <a:cs typeface="Times New Roman (Headings CS)"/>
              </a:rPr>
              <a:t>b4: evaluation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304266-1748-1CF9-0E91-5D288CD32AC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38665" y="917126"/>
            <a:ext cx="11115135" cy="5023748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lang="en-GB" sz="1800" i="1" kern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/>
              <a:t>Write your evaluation here</a:t>
            </a:r>
          </a:p>
        </p:txBody>
      </p:sp>
    </p:spTree>
    <p:extLst>
      <p:ext uri="{BB962C8B-B14F-4D97-AF65-F5344CB8AC3E}">
        <p14:creationId xmlns:p14="http://schemas.microsoft.com/office/powerpoint/2010/main" val="2106009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sk C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61408" y="6356349"/>
            <a:ext cx="274320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07/08/2025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785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sk D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61408" y="6324539"/>
            <a:ext cx="274320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07/08/2025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237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sk E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88699" y="6337779"/>
            <a:ext cx="274320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07/08/2025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96082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sk F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92C4-B4C1-428E-F4F2-918BB7E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61408" y="6356350"/>
            <a:ext cx="2743200" cy="365125"/>
          </a:xfrm>
        </p:spPr>
        <p:txBody>
          <a:bodyPr/>
          <a:lstStyle/>
          <a:p>
            <a:fld id="{BD3B9908-0310-45E0-A5B0-5753E6ECEE74}" type="datetimeFigureOut">
              <a:rPr lang="en-GB" smtClean="0"/>
              <a:t>07/08/2025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3296-52F9-4649-C70C-5F8CEF45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6F670-0B47-E2F5-D132-3A0AC91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2E8C-C011-4321-A4D0-876C558DE8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1202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A4D71-F0A1-C73D-E3BE-17E97763A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990725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B9908-0310-45E0-A5B0-5753E6ECEE74}" type="datetimeFigureOut">
              <a:rPr lang="en-GB" smtClean="0"/>
              <a:t>07/08/2025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0A59E-B80F-D74B-66CB-3812BBB35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 dirty="0"/>
              <a:t>IFY Computer Science  </a:t>
            </a:r>
          </a:p>
          <a:p>
            <a:r>
              <a:rPr lang="en-GB" dirty="0"/>
              <a:t>Coursework Assessment  2025/2026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D2B57-D8D2-E9B6-09AE-DF563AABE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7" name="Picture 6" descr="A red text on a black background&#10;&#10;Description automatically generated">
            <a:extLst>
              <a:ext uri="{FF2B5EF4-FFF2-40B4-BE49-F238E27FC236}">
                <a16:creationId xmlns:a16="http://schemas.microsoft.com/office/drawing/2014/main" id="{62D318B2-C87E-A9CB-0437-A1987CA92C26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020" y="76677"/>
            <a:ext cx="1051560" cy="44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075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72" r:id="rId3"/>
    <p:sldLayoutId id="2147483666" r:id="rId4"/>
    <p:sldLayoutId id="2147483669" r:id="rId5"/>
    <p:sldLayoutId id="2147483670" r:id="rId6"/>
    <p:sldLayoutId id="2147483676" r:id="rId7"/>
    <p:sldLayoutId id="2147483652" r:id="rId8"/>
    <p:sldLayoutId id="2147483673" r:id="rId9"/>
    <p:sldLayoutId id="2147483674" r:id="rId10"/>
    <p:sldLayoutId id="2147483675" r:id="rId11"/>
    <p:sldLayoutId id="2147483661" r:id="rId12"/>
    <p:sldLayoutId id="2147483662" r:id="rId13"/>
    <p:sldLayoutId id="2147483663" r:id="rId14"/>
    <p:sldLayoutId id="2147483664" r:id="rId15"/>
  </p:sldLayoutIdLst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lang="en-GB" sz="2400" kern="1200" cap="all" smtClean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ADB67E9-FB72-4008-96A8-C31682E62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1433" y="3125916"/>
            <a:ext cx="4768645" cy="606168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Name and ID here</a:t>
            </a:r>
          </a:p>
        </p:txBody>
      </p:sp>
    </p:spTree>
    <p:extLst>
      <p:ext uri="{BB962C8B-B14F-4D97-AF65-F5344CB8AC3E}">
        <p14:creationId xmlns:p14="http://schemas.microsoft.com/office/powerpoint/2010/main" val="417343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063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87178E-D8D9-BA82-56BD-A3086B2248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0983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7895DD-8AF1-074E-E390-FE272884EF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8795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AF8F04-BA5A-B8D9-3E6B-C3A1262826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81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EE8032-ACE6-F4E9-B373-F31A100988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907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CBCA73-3B93-2872-0A09-87C9810786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4333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237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B183C5-B931-6C4D-3196-FDE0DD0096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0259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119EDD-B27E-C699-3721-C5D930C415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580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9CF270-7423-E365-4060-F6D0D848FE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639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CCB7B4-FBC3-33B3-DCE9-56ADED8FDF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7872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4474E5CBDF92419258FE1CF746BB04" ma:contentTypeVersion="16" ma:contentTypeDescription="Create a new document." ma:contentTypeScope="" ma:versionID="896f58ba30b6f83095a99e9eede1854f">
  <xsd:schema xmlns:xsd="http://www.w3.org/2001/XMLSchema" xmlns:xs="http://www.w3.org/2001/XMLSchema" xmlns:p="http://schemas.microsoft.com/office/2006/metadata/properties" xmlns:ns2="bcfceb7b-4e9c-41ee-ad8b-6ff2ee6a971d" xmlns:ns3="ec0af2c7-f5d0-4b92-bc4f-0a6b7b602156" targetNamespace="http://schemas.microsoft.com/office/2006/metadata/properties" ma:root="true" ma:fieldsID="6c5f045f4a7f146558cfa58d1fbf1e5c" ns2:_="" ns3:_="">
    <xsd:import namespace="bcfceb7b-4e9c-41ee-ad8b-6ff2ee6a971d"/>
    <xsd:import namespace="ec0af2c7-f5d0-4b92-bc4f-0a6b7b602156"/>
    <xsd:element name="properties">
      <xsd:complexType>
        <xsd:sequence>
          <xsd:element name="documentManagement">
            <xsd:complexType>
              <xsd:all>
                <xsd:element ref="ns2:Centre_x0020_Communication" minOccurs="0"/>
                <xsd:element ref="ns3:_Flow_SignoffStatus" minOccurs="0"/>
                <xsd:element ref="ns3:MediaServiceMetadata" minOccurs="0"/>
                <xsd:element ref="ns3:MediaServiceFastMetadata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ceb7b-4e9c-41ee-ad8b-6ff2ee6a971d" elementFormDefault="qualified">
    <xsd:import namespace="http://schemas.microsoft.com/office/2006/documentManagement/types"/>
    <xsd:import namespace="http://schemas.microsoft.com/office/infopath/2007/PartnerControls"/>
    <xsd:element name="Centre_x0020_Communication" ma:index="8" nillable="true" ma:displayName="Centre Communication" ma:internalName="Centre_x0020_Communication">
      <xsd:simpleType>
        <xsd:restriction base="dms:Text">
          <xsd:maxLength value="255"/>
        </xsd:restriction>
      </xsd:simpleType>
    </xsd:element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1b7382ff-820f-4ea5-b83d-439cc88e9515}" ma:internalName="TaxCatchAll" ma:showField="CatchAllData" ma:web="bcfceb7b-4e9c-41ee-ad8b-6ff2ee6a97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0af2c7-f5d0-4b92-bc4f-0a6b7b602156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9" nillable="true" ma:displayName="Sign-off status" ma:internalName="Sign_x002d_off_x0020_status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b27eedd-3489-4faf-ae69-e0bccfcf30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entre_x0020_Communication xmlns="bcfceb7b-4e9c-41ee-ad8b-6ff2ee6a971d" xsi:nil="true"/>
    <_Flow_SignoffStatus xmlns="ec0af2c7-f5d0-4b92-bc4f-0a6b7b602156" xsi:nil="true"/>
    <TaxCatchAll xmlns="bcfceb7b-4e9c-41ee-ad8b-6ff2ee6a971d" xsi:nil="true"/>
    <lcf76f155ced4ddcb4097134ff3c332f xmlns="ec0af2c7-f5d0-4b92-bc4f-0a6b7b60215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6850BA8-AA44-4AD2-856C-9430205AEE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1B2E4F-D735-4F1E-BF6C-1F3CF7315F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fceb7b-4e9c-41ee-ad8b-6ff2ee6a971d"/>
    <ds:schemaRef ds:uri="ec0af2c7-f5d0-4b92-bc4f-0a6b7b6021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19DC4B3-17BE-4D2C-82E9-824D9651990B}">
  <ds:schemaRefs>
    <ds:schemaRef ds:uri="http://schemas.microsoft.com/office/2006/metadata/properties"/>
    <ds:schemaRef ds:uri="http://schemas.microsoft.com/office/infopath/2007/PartnerControls"/>
    <ds:schemaRef ds:uri="bcfceb7b-4e9c-41ee-ad8b-6ff2ee6a971d"/>
    <ds:schemaRef ds:uri="ec0af2c7-f5d0-4b92-bc4f-0a6b7b60215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4131</TotalTime>
  <Words>296</Words>
  <Application>Microsoft Office PowerPoint</Application>
  <PresentationFormat>Widescreen</PresentationFormat>
  <Paragraphs>46</Paragraphs>
  <Slides>12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Sibson</dc:creator>
  <cp:lastModifiedBy>Mark Sibson</cp:lastModifiedBy>
  <cp:revision>3</cp:revision>
  <dcterms:created xsi:type="dcterms:W3CDTF">2025-07-17T10:58:21Z</dcterms:created>
  <dcterms:modified xsi:type="dcterms:W3CDTF">2025-08-07T07:32:18Z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0x010100C94474E5CBDF92419258FE1CF746BB04</vt:lpwstr>
  </property>
  <property fmtid="{D5CDD505-2E9C-101B-9397-08002B2CF9AE}" pid="3" name="MediaServiceImageTags">
    <vt:lpwstr/>
  </property>
</Properties>
</file>